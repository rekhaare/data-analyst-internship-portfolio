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hraare656@gmail.com" userId="3cd47020e6305b05" providerId="LiveId" clId="{006542BC-EA71-496D-89DD-96A027157BD2}"/>
    <pc:docChg chg="custSel addSld modSld">
      <pc:chgData name="chithraare656@gmail.com" userId="3cd47020e6305b05" providerId="LiveId" clId="{006542BC-EA71-496D-89DD-96A027157BD2}" dt="2026-06-07T10:09:12.391" v="31" actId="14100"/>
      <pc:docMkLst>
        <pc:docMk/>
      </pc:docMkLst>
      <pc:sldChg chg="modSp new mod">
        <pc:chgData name="chithraare656@gmail.com" userId="3cd47020e6305b05" providerId="LiveId" clId="{006542BC-EA71-496D-89DD-96A027157BD2}" dt="2026-06-07T10:09:12.391" v="31" actId="14100"/>
        <pc:sldMkLst>
          <pc:docMk/>
          <pc:sldMk cId="3868381150" sldId="267"/>
        </pc:sldMkLst>
        <pc:spChg chg="mod">
          <ac:chgData name="chithraare656@gmail.com" userId="3cd47020e6305b05" providerId="LiveId" clId="{006542BC-EA71-496D-89DD-96A027157BD2}" dt="2026-06-07T10:08:05.306" v="2" actId="2711"/>
          <ac:spMkLst>
            <pc:docMk/>
            <pc:sldMk cId="3868381150" sldId="267"/>
            <ac:spMk id="2" creationId="{671A2050-2F8E-43CB-E0AB-DB87A4418B5B}"/>
          </ac:spMkLst>
        </pc:spChg>
        <pc:spChg chg="mod">
          <ac:chgData name="chithraare656@gmail.com" userId="3cd47020e6305b05" providerId="LiveId" clId="{006542BC-EA71-496D-89DD-96A027157BD2}" dt="2026-06-07T10:09:12.391" v="31" actId="14100"/>
          <ac:spMkLst>
            <pc:docMk/>
            <pc:sldMk cId="3868381150" sldId="267"/>
            <ac:spMk id="3" creationId="{0A014AB2-E234-E218-2862-F58F43CE8B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AD87-4A20-95AD-CA71-E48B8DCD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65151-B2F9-A5F0-577B-8CAE2B695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5A2F-0956-349C-6904-5BED6325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D1A5F-EC1A-D91B-2A40-C4A21257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F0F0B-E3F6-7F7D-E53B-E0878D56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282A-E61C-F176-1E25-B6A2A1B6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CD08-0DB8-A385-6492-A79E9B63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9646-F3D7-4891-20C6-EE4128AC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D78E1-7D8F-F2D9-DDBF-D4FE2D12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2D84-7C48-FE27-06C1-5AA648F6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4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EECF-B13D-5124-BB05-FF970F2D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21445-C5CC-970F-92EC-A81DAC6B4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2A18-8F60-EAC0-919E-E8437646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7D50E-6EA5-80BD-C3AD-EA66F3CA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0B996-DC37-3EA2-DCD2-8C27692F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0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543E-9876-A36C-0BD9-8A871C57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AD46-BDBB-0B53-5779-FF24AAC54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3F632-B522-9FBA-1B6A-AB549666C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0EB46-435F-23BF-8587-44151D65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37130-4830-C2B8-15E9-6AE08FE63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11F2E-5BD2-AD02-D105-B6F3039F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90CD-AB8F-D1C4-2CB9-013C6660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237B8-EF75-0BAE-082A-DFA39C8FD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7DEC4-15CD-C7FC-1063-E1C29DCD8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CF2A6-4C5D-ADBF-3441-ED97A00C4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F8F6-A092-11BC-DBF9-5C094B31C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82D41-DDD7-4CD8-6225-FD168AF0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B5FA4-DF93-BEE1-78DE-0B725140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2F7AE-4C65-9432-01E6-E23E1D17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1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B0A02-84D9-7989-D0E6-A4B6F085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CD5941-3622-4BE3-3FB9-346B1E5B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AA84D-6DF5-312A-57F2-DFC7614E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C9AB5-29FF-39BC-63FC-8F320814D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77B88-CD07-C721-C21B-9DC6D601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EF6EB-58BD-5394-6FC2-A5801707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60FD1-56AB-2F2C-C50E-4AEEB108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0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68DE-6FD5-09E4-F824-AF46C4AA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870B-01D2-D9BF-50A1-969883B4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500E3-DC03-3A3E-577A-AB6BBE9B8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40859-ADBB-FDA2-25A3-B0A972DC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08563-AB17-8F7D-3A54-AF5FD633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06EB9-D542-B26D-D7CC-C5482662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9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E04D-4877-1258-AB23-BBD71CB8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51182-AF10-F97D-D901-9843CBF68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DD686-851C-7ADB-6439-9613EC2B3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CB945-F9CC-AAD9-2BC5-81B1ADEB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AD812-F15E-BF6D-0883-55ED8E42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9FCFC-3108-0A2B-69C3-01C73832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6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A9DB-785F-CDD6-CEC6-7FD91DB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E2CF0-C34F-2D0E-4411-324DE7C9C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C8842-5606-A162-527B-790B3FE8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BDB35-15CC-0C82-5851-550F06A9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802A-F023-7D89-BEC1-1E0D1613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1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75E7C-9925-DB9F-2C5A-392312C8A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5E081-F012-0CA2-24C4-A8FB63E1D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19EBF-5040-425C-ECB6-0D948A44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0EDF1-CF85-6896-D638-8244CD20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8F691-F8D8-FCB6-363C-A542A35E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2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188EA-FF42-B4D3-12BE-DD6ED855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273ED-49B1-3CEE-D1AF-7F3E95718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786D5-AFE5-CD90-9A7F-1A69B40DD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7BFF5-8138-44A3-8592-79399F63583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76D9-11BC-639B-374D-A8F097CAA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C3BA9-EE34-C40A-B2E1-1E6B57B2C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94A87-3F2F-48CF-9417-25333CEB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7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A987-3E2E-FD4B-8748-CE057ACF9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6568"/>
            <a:ext cx="9144000" cy="28464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ANALYSIS AND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89311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FC58C-D3ED-FD00-A669-D098A7E5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B82F-017A-8B3E-2278-2EE1D9DCE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data and extract meaningful business insights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data-driven story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insights using statistical testing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17150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DC72-185B-6A03-548D-257D857A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475F-8D99-FA9E-7976-84580106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Sales / Business dataset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Contains: Customers, Products, Sales, Region, Profit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to analyze sales performance and business trends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cleaning and preprocessing performed for accurate analysis</a:t>
            </a:r>
          </a:p>
        </p:txBody>
      </p:sp>
    </p:spTree>
    <p:extLst>
      <p:ext uri="{BB962C8B-B14F-4D97-AF65-F5344CB8AC3E}">
        <p14:creationId xmlns:p14="http://schemas.microsoft.com/office/powerpoint/2010/main" val="28930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80C5-452D-18BF-858F-7BFA57D9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A1D85-A2BA-2B8C-91CF-A7F7EBA27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is not consistent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identify key drivers of profit and loss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and product behavior</a:t>
            </a:r>
          </a:p>
        </p:txBody>
      </p:sp>
    </p:spTree>
    <p:extLst>
      <p:ext uri="{BB962C8B-B14F-4D97-AF65-F5344CB8AC3E}">
        <p14:creationId xmlns:p14="http://schemas.microsoft.com/office/powerpoint/2010/main" val="283414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1130-88CD-87DC-987D-006CE6F7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95B03-37DE-C370-5878-9F12DD76D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0200"/>
            <a:ext cx="3394587" cy="19689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5C5437-45F5-7DA5-011D-E212D7430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36" y="3243056"/>
            <a:ext cx="6096528" cy="3718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14E398-C959-756F-CD5A-EBABAD64B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1451847"/>
            <a:ext cx="1970446" cy="1104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0F8521-563A-E5BD-2F39-E5D9F54E1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075" y="2489405"/>
            <a:ext cx="1970446" cy="11239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4C11A26-1216-A933-B348-2EAABD21E8BA}"/>
              </a:ext>
            </a:extLst>
          </p:cNvPr>
          <p:cNvSpPr txBox="1"/>
          <p:nvPr/>
        </p:nvSpPr>
        <p:spPr>
          <a:xfrm>
            <a:off x="838200" y="4412072"/>
            <a:ext cx="99281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showed steady growth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 generated highest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contributed maximum revenue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97A2BF0-93B9-5E8D-2B56-B27CDE9D8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810" y="1575005"/>
            <a:ext cx="3394586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0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5AD1-22DE-A817-16C7-5FCDE99C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Segment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0B5B48-F510-91E9-1E03-DBD7FC82E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412" y="1690688"/>
            <a:ext cx="3512575" cy="2202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D5B7D6-161B-7F4E-9249-0BB5CE07A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4486"/>
            <a:ext cx="3328219" cy="21690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711D78-C938-5B9B-E2BC-56EA9A7F19A9}"/>
              </a:ext>
            </a:extLst>
          </p:cNvPr>
          <p:cNvSpPr txBox="1"/>
          <p:nvPr/>
        </p:nvSpPr>
        <p:spPr>
          <a:xfrm>
            <a:off x="838200" y="4496599"/>
            <a:ext cx="106212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had highest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region showed lower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contributed most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segment generated good profit</a:t>
            </a:r>
          </a:p>
        </p:txBody>
      </p:sp>
    </p:spTree>
    <p:extLst>
      <p:ext uri="{BB962C8B-B14F-4D97-AF65-F5344CB8AC3E}">
        <p14:creationId xmlns:p14="http://schemas.microsoft.com/office/powerpoint/2010/main" val="118617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6C65-5D7A-A995-2FAF-8EB658F8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(from 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67E21-834A-D9E3-98C6-630A3E771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selling product: XYZ Highest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region: South / North (your data)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sales month: March / April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performing category identified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2835-55AC-C94D-2F1E-183E9C475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B469-CC2B-CE16-F285-ED4A97CC7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affects sales performance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H0: Discount has no effect on sales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 Discount increases sales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used: T-test / Comparison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4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2050-2F8E-43CB-E0AB-DB87A441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4AB2-E234-E218-2862-F58F43CE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H0: Discount has no effect on Sales 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 Discount affects Sales </a:t>
            </a:r>
          </a:p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T-test used </a:t>
            </a:r>
          </a:p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T-statistic = 0.5975 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0.5501 </a:t>
            </a:r>
          </a:p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p-value &gt; 0.05 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accept H0 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does NOT significantly affect sales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38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B17E-7EDC-C683-3819-00D17FC3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B62EF-3A7C-86CB-307F-A6C141BB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marketing in low-performing regions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high-selling products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discount strategy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targeting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high-value customers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808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8CED-3411-C990-D1EA-FC3353BD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6AD40-E820-6309-8C4F-4BC7319A2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helped identify key business patterns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validated business assumptions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can improve decision-making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helped identify business improvements areas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were provided to improve overall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91343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32965-16E5-732F-A189-762DC452D1EA}"/>
              </a:ext>
            </a:extLst>
          </p:cNvPr>
          <p:cNvSpPr txBox="1"/>
          <p:nvPr/>
        </p:nvSpPr>
        <p:spPr>
          <a:xfrm>
            <a:off x="3067665" y="2510135"/>
            <a:ext cx="79051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797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292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SUPERSTORE SALES ANALYSIS AND BUSINESS INSIGHTS</vt:lpstr>
      <vt:lpstr>Business Objective</vt:lpstr>
      <vt:lpstr>Dataset Overview</vt:lpstr>
      <vt:lpstr>Problem Statement</vt:lpstr>
      <vt:lpstr>Sales Analysis</vt:lpstr>
      <vt:lpstr>Regional and Segment Analysis</vt:lpstr>
      <vt:lpstr>Key Insights (from EDA)</vt:lpstr>
      <vt:lpstr>Hypothesis Testing</vt:lpstr>
      <vt:lpstr>Hypothesis Testing Result</vt:lpstr>
      <vt:lpstr>Business Recommendations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chithraare656@gmail.com</dc:creator>
  <cp:lastModifiedBy>chithraare656@gmail.com</cp:lastModifiedBy>
  <cp:revision>1</cp:revision>
  <dcterms:created xsi:type="dcterms:W3CDTF">2026-06-07T09:26:30Z</dcterms:created>
  <dcterms:modified xsi:type="dcterms:W3CDTF">2026-06-07T10:13:32Z</dcterms:modified>
</cp:coreProperties>
</file>